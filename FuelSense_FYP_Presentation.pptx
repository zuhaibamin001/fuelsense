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274320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274320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0" y="274320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4754880" y="274320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0" y="274320"/>
            <a:ext cx="164592" cy="164592"/>
          </a:xfrm>
          <a:prstGeom prst="ellipse">
            <a:avLst/>
          </a:prstGeom>
          <a:solidFill>
            <a:srgbClr val="2A4060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274320"/>
            <a:ext cx="164592" cy="164592"/>
          </a:xfrm>
          <a:prstGeom prst="ellipse">
            <a:avLst/>
          </a:prstGeom>
          <a:solidFill>
            <a:srgbClr val="2A406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FuelSense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Petrol Station Monitoring System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5029200" cy="36576"/>
          </a:xfrm>
          <a:prstGeom prst="rect">
            <a:avLst/>
          </a:prstGeom>
          <a:solidFill>
            <a:srgbClr val="8FA3B1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2697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— Computer Science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 Name | 2025–2026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0" y="3200400"/>
            <a:ext cx="2286000" cy="2286000"/>
          </a:xfrm>
          <a:prstGeom prst="ellipse">
            <a:avLst/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06640" y="3474720"/>
            <a:ext cx="1737360" cy="17373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7406640" y="35204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⛽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Problem Are We Solving?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43200" cy="3017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54480"/>
            <a:ext cx="274320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📍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Nearest Station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3063240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have no way to find the closest CNG or petrol station quickly, especially in unfamiliar areas.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27832" y="1554480"/>
            <a:ext cx="2743200" cy="3017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554480"/>
            <a:ext cx="274320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3227832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64992" y="23774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Queue Visibility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3063240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when they find a station, they have no idea how many cars are standing — wasting 30–45 min on arrival.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81344" y="1554480"/>
            <a:ext cx="2743200" cy="3017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1344" y="1554480"/>
            <a:ext cx="2743200" cy="6400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181344" y="1691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18504" y="237744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for Owners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91072" y="3063240"/>
            <a:ext cx="2523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owners and petroleum companies have zero analytics on daily traffic, fuel usage, or peak hours.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FuelSense — Two Powerful Products in One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02336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40233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600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USER MOBILE 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showing all nearby petrol/CNG stations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96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congestion: Green / Yellow / Red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437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car count at each station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912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wait time before you arrive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538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 filter (Petrol / CNG / Diesel)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when station clears 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33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navigation to station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508760"/>
            <a:ext cx="402336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508760"/>
            <a:ext cx="402336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600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ADMIN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2148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bird's-eye schematic of station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24963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vehicle count by type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84378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utilization percentage per pump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1912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wait time analytics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538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transaction history with filters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quantity &amp; revenue per transaction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4233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Weekly/monthly analytics &amp; reports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Data Flow — Station to User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" y="1463040"/>
            <a:ext cx="1463040" cy="1097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463040"/>
            <a:ext cx="146304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508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" y="19019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288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Stream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20240" y="1463040"/>
            <a:ext cx="1645920" cy="1097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20240" y="1463040"/>
            <a:ext cx="164592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20240" y="1901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+ YOLO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2024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94760" y="1463040"/>
            <a:ext cx="1463040" cy="10972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94760" y="1463040"/>
            <a:ext cx="14630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1508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94760" y="19019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79476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77840" y="960120"/>
            <a:ext cx="146304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77840" y="960120"/>
            <a:ext cx="14630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1005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77840" y="13990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7784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77840" y="2057400"/>
            <a:ext cx="146304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2057400"/>
            <a:ext cx="146304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2103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77840" y="2496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7784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360920" y="960120"/>
            <a:ext cx="150876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60920" y="960120"/>
            <a:ext cx="150876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7360920" y="1005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👨‍💼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60920" y="13990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360920" y="1737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360920" y="2057400"/>
            <a:ext cx="1508760" cy="10058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60920" y="2057400"/>
            <a:ext cx="15087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7360920" y="2103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🚗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360920" y="249631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360920" y="28346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737360" y="1764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429000" y="17647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82880" y="2834640"/>
            <a:ext cx="8778240" cy="685800"/>
          </a:xfrm>
          <a:prstGeom prst="rect">
            <a:avLst/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82880" y="2834640"/>
            <a:ext cx="54864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28803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OFFLINE BACKUP:  If internet is down, YOLO continues counting locally. GSM module sends SMS every 15 min as fallback. Full sync resumes automatically when internet restores.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SETUP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Physical Equipment Required at the Station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859536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1732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CCTV Camera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801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RTSP-enabled | Rs. 3,000–5,000 each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5087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Mounted at 10–15 ft height. One at entrance, one at exit for accurate in/out counting.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859536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86000"/>
            <a:ext cx="54864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28600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(4GB)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CPU | Rs. 10,000–12,000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0" y="237744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YOLOv8 detection model locally. Processes camera feed in real time without cloud dependency.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859536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54680"/>
            <a:ext cx="54864" cy="7772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546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4300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Module (SIM800L)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538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Fallback | Rs. 500–800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0" y="324612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automated SMS to server every 15 min when internet is down. Ensures zero data loss.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8595360" cy="7772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4023360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233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4300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Router/Switch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Network | Rs. 2,000–3,000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411480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camera and Raspberry Pi on same local network so Pi can read the RTSP stream.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YOLOv8 Detects &amp; Counts Vehicles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463040"/>
            <a:ext cx="196596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63040"/>
            <a:ext cx="19659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941832" y="1572768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941832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21284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28529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" y="3291840"/>
            <a:ext cx="17465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streams live video via RTSP protocol. OpenCV reads each frame continuously from the Raspberry Pi.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04872" y="1463040"/>
            <a:ext cx="196596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04872" y="1463040"/>
            <a:ext cx="196596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2"/>
          <p:cNvSpPr/>
          <p:nvPr/>
        </p:nvSpPr>
        <p:spPr>
          <a:xfrm>
            <a:off x="3118104" y="1572768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3118104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04872" y="221284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96312" y="28529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514600" y="3291840"/>
            <a:ext cx="17465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processes each frame and draws bounding boxes around every vehicle — classifying Car, Bike, or HMV.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81144" y="1463040"/>
            <a:ext cx="196596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81144" y="1463040"/>
            <a:ext cx="19659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Shape 19"/>
          <p:cNvSpPr/>
          <p:nvPr/>
        </p:nvSpPr>
        <p:spPr>
          <a:xfrm>
            <a:off x="5294376" y="1572768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294376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81144" y="221284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672584" y="28529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Crossing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90872" y="3291840"/>
            <a:ext cx="17465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counting line is drawn on the frame. Vehicle crosses IN = +1. Vehicle crosses OUT = −1.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57416" y="1463040"/>
            <a:ext cx="196596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57416" y="1463040"/>
            <a:ext cx="19659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Shape 26"/>
          <p:cNvSpPr/>
          <p:nvPr/>
        </p:nvSpPr>
        <p:spPr>
          <a:xfrm>
            <a:off x="7470648" y="1572768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9" name="Text 27"/>
          <p:cNvSpPr/>
          <p:nvPr/>
        </p:nvSpPr>
        <p:spPr>
          <a:xfrm>
            <a:off x="7470648" y="1572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57416" y="2212848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6848856" y="285292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67144" y="3291840"/>
            <a:ext cx="174650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30 seconds, current counts are sent to the Django server. Data is stored in PostgreSQL + Firebase.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94560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35"/>
                </a:solidFill>
              </a:rPr>
              <a:t>→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370832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35"/>
                </a:solidFill>
              </a:rPr>
              <a:t>→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547104" y="2743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6B35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MOBILE APP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Driver Sees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2697480" cy="3337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17320"/>
            <a:ext cx="26974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087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Map Screen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with all nearby stations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4048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 = 0–5 cars (Low)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7980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Yellow = 6–10 cars (Medium)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31912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 = 11+ cars (High)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5844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"8 stations near you"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977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 fueled in 12 min"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3708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Petrol / CNG / Diesel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72968" y="1417320"/>
            <a:ext cx="2697480" cy="3337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1417320"/>
            <a:ext cx="26974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3264408" y="15087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Station Detail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20116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name &amp; distance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24048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car count right now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10128" y="27980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wait time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0128" y="31912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types available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0128" y="35844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hours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0128" y="3977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Navigate button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0128" y="43708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Favourites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17336" y="1417320"/>
            <a:ext cx="2697480" cy="3337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7336" y="1417320"/>
            <a:ext cx="269748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6208776" y="15087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Notifications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54496" y="201168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when fav station clears up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54496" y="24048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"Shell Station is now GREEN"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54496" y="279806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shortage warning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54496" y="31912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 alerts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54496" y="35844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alert preferences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54496" y="39776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hours setting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54496" y="43708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via Firebase (free)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Station Owner Sees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1480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41148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1572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bird's-eye 2D layout of the station. Shows exact vehicle positions at each pump in real time using Konva.js canvas rendering.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11480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463040"/>
            <a:ext cx="41148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67528" y="1572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Overview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67528" y="19202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 of Cars, Bikes, HMVs. Line graphs showing traffic trends. Bay utilization %, average wait time circles.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291840"/>
            <a:ext cx="411480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91840"/>
            <a:ext cx="41148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32688" y="3401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3749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fueling transaction logged. Vehicle ID, fuel type, quantity (kg/litres), amount (Rs.), dispenser number, OGRA compliance status.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291840"/>
            <a:ext cx="4114800" cy="16002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91840"/>
            <a:ext cx="41148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67528" y="34015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Reports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67528" y="3749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weekly, monthly analytics. Peak hours chart, top frequent customers, total revenue, fuel dispensed trends.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RESILIENCE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Happens When Internet Goes Down?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1463040"/>
            <a:ext cx="160020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463040"/>
            <a:ext cx="16002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600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13232" y="228600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9443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Drops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3401568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connection to cloud server detected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938528" y="1463040"/>
            <a:ext cx="160020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38528" y="1463040"/>
            <a:ext cx="16002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1938528" y="1600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2468880" y="228600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29968" y="29443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Keeps Running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29968" y="3401568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is LOCAL — no internet needed. Counting continues without interruption.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94176" y="1463040"/>
            <a:ext cx="160020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94176" y="1463040"/>
            <a:ext cx="16002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3694176" y="1600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💾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4224528" y="228600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224528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85616" y="29443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Locally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785616" y="3401568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counts &amp; transactions stored in SQLite on Raspberry Pi. Nothing is lost.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9824" y="1463040"/>
            <a:ext cx="160020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49824" y="1463040"/>
            <a:ext cx="160020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8" name="Text 26"/>
          <p:cNvSpPr/>
          <p:nvPr/>
        </p:nvSpPr>
        <p:spPr>
          <a:xfrm>
            <a:off x="5449824" y="1600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5980176" y="2286000"/>
            <a:ext cx="548640" cy="5486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0" name="Text 28"/>
          <p:cNvSpPr/>
          <p:nvPr/>
        </p:nvSpPr>
        <p:spPr>
          <a:xfrm>
            <a:off x="5980176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41264" y="29443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SMS Sent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41264" y="3401568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15 min, SIM800L module texts current count to server as fallback.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05472" y="1463040"/>
            <a:ext cx="1600200" cy="3200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05472" y="1463040"/>
            <a:ext cx="16002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7205472" y="1600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7735824" y="2286000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7" name="Text 35"/>
          <p:cNvSpPr/>
          <p:nvPr/>
        </p:nvSpPr>
        <p:spPr>
          <a:xfrm>
            <a:off x="7735824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96912" y="29443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Sync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296912" y="3401568"/>
            <a:ext cx="1417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internet returns, all offline data uploads to PostgreSQL automatically.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82880" y="4736592"/>
            <a:ext cx="8778240" cy="274320"/>
          </a:xfrm>
          <a:prstGeom prst="rect">
            <a:avLst/>
          </a:prstGeom>
          <a:solidFill>
            <a:srgbClr val="162336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475488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USER SIDE:  App shows last cached data with timestamp e.g. "Last updated 3 minutes ago" — never shows a blank screen.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Color-Coded Congestion — Our Key USP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560320" cy="2560320"/>
          </a:xfrm>
          <a:prstGeom prst="ellipse">
            <a:avLst/>
          </a:prstGeom>
          <a:solidFill>
            <a:srgbClr val="27AE60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91640"/>
            <a:ext cx="2011680" cy="2011680"/>
          </a:xfrm>
          <a:prstGeom prst="ellipse">
            <a:avLst/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916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5 Cars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4041648"/>
            <a:ext cx="1828800" cy="384048"/>
          </a:xfrm>
          <a:prstGeom prst="rect">
            <a:avLst/>
          </a:prstGeom>
          <a:solidFill>
            <a:srgbClr val="27AE60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 wait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now! Station is clear. No queue. Best time to fuel up.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560320" cy="2560320"/>
          </a:xfrm>
          <a:prstGeom prst="ellipse">
            <a:avLst/>
          </a:prstGeom>
          <a:solidFill>
            <a:srgbClr val="F39C12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1691640"/>
            <a:ext cx="2011680" cy="2011680"/>
          </a:xfrm>
          <a:prstGeom prst="ellipse">
            <a:avLst/>
          </a:prstGeom>
          <a:solidFill>
            <a:srgbClr val="F39C1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66160" y="16916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6616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10 Cars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0" y="4041648"/>
            <a:ext cx="1828800" cy="384048"/>
          </a:xfrm>
          <a:prstGeom prst="rect">
            <a:avLst/>
          </a:prstGeom>
          <a:solidFill>
            <a:srgbClr val="F39C12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0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 wait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Manageable wait. You can go but expect a short queue.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35040" y="1417320"/>
            <a:ext cx="2560320" cy="2560320"/>
          </a:xfrm>
          <a:prstGeom prst="ellipse">
            <a:avLst/>
          </a:prstGeom>
          <a:solidFill>
            <a:srgbClr val="E74C3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1691640"/>
            <a:ext cx="2011680" cy="2011680"/>
          </a:xfrm>
          <a:prstGeom prst="ellipse">
            <a:avLst/>
          </a:prstGeom>
          <a:solidFill>
            <a:srgbClr val="E74C3C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09360" y="169164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309360" y="2697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Cars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041648"/>
            <a:ext cx="1828800" cy="384048"/>
          </a:xfrm>
          <a:prstGeom prst="rect">
            <a:avLst/>
          </a:prstGeom>
          <a:solidFill>
            <a:srgbClr val="E74C3C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0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min wait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busy. Consider a nearby station or wait for a notification.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List of Tools &amp; Technologies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2011680" cy="34290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17320"/>
            <a:ext cx="20116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5087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8328" y="2532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8328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8328" y="3538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(local DB)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8328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library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04872" y="1417320"/>
            <a:ext cx="2011680" cy="34290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04872" y="1417320"/>
            <a:ext cx="20116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2496312" y="15087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14600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(Python)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14600" y="2532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14600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14600" y="3538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14600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(DRF)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81144" y="1417320"/>
            <a:ext cx="2011680" cy="34290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81144" y="1417320"/>
            <a:ext cx="20116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4672584" y="15087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90872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(Dart)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90872" y="2532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90872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SDK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90872" y="3538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OneSignal (Push)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90872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package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757416" y="1417320"/>
            <a:ext cx="2011680" cy="34290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57416" y="1417320"/>
            <a:ext cx="20116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6848856" y="15087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67144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67144" y="2532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/ Chart.js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67144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Konva.js (Schematic)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67144" y="3538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(API calls)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67144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</a:t>
            </a:r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Budget Required for FYP Prototype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8595360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CCTV Camera ×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63677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RTSP-enabled, outdoor rated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09360" y="141732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10,000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892808"/>
            <a:ext cx="8595360" cy="420624"/>
          </a:xfrm>
          <a:prstGeom prst="rect">
            <a:avLst/>
          </a:prstGeom>
          <a:solidFill>
            <a:srgbClr val="17203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9280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🔧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1892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(4GB RAM)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11226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32GB microSD + power supply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189280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12,000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368296"/>
            <a:ext cx="8595360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36829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2368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 Module SIM800L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5877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fallback for offline use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236829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800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843784"/>
            <a:ext cx="8595360" cy="420624"/>
          </a:xfrm>
          <a:prstGeom prst="rect">
            <a:avLst/>
          </a:prstGeom>
          <a:solidFill>
            <a:srgbClr val="17203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84378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🌐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28437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Switch/Router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063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network for station setup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09360" y="284378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3,000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3319272"/>
            <a:ext cx="8595360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3192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☁️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3319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Server Hosting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53872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or Railway free tier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309360" y="3319272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3794760"/>
            <a:ext cx="8595360" cy="420624"/>
          </a:xfrm>
          <a:prstGeom prst="rect">
            <a:avLst/>
          </a:prstGeom>
          <a:solidFill>
            <a:srgbClr val="172030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379476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🗺️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0120" y="37947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401421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covers FYP usage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3794760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4320" y="4270248"/>
            <a:ext cx="8595360" cy="42062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27024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🔥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60120" y="42702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0120" y="448970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spark plan is sufficient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9360" y="427024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0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663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COST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0" y="4663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Rs. 25,800 – 26,800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6-Month Development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542032"/>
            <a:ext cx="402336" cy="402336"/>
          </a:xfrm>
          <a:prstGeom prst="ellipse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173736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926080"/>
            <a:ext cx="173736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" y="29900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32918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3703320"/>
            <a:ext cx="15910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setup, YOLO installation, vehicle detection &amp; line-counting logic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2542032"/>
            <a:ext cx="402336" cy="402336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2926080"/>
            <a:ext cx="173736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11680" y="2926080"/>
            <a:ext cx="173736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2084832" y="29900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84832" y="32918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84832" y="3703320"/>
            <a:ext cx="15910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server, PostgreSQL schema, REST APIs, Firebase setup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2542032"/>
            <a:ext cx="402336" cy="402336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5196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2926080"/>
            <a:ext cx="173736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0" y="2926080"/>
            <a:ext cx="173736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3730752" y="29900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730752" y="32918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30752" y="3703320"/>
            <a:ext cx="15910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dashboard, schematic view, charts, transactions page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97880" y="2542032"/>
            <a:ext cx="402336" cy="402336"/>
          </a:xfrm>
          <a:prstGeom prst="ellipse">
            <a:avLst/>
          </a:prstGeom>
          <a:solidFill>
            <a:srgbClr val="F39C1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89788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0" y="2926080"/>
            <a:ext cx="173736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303520" y="2926080"/>
            <a:ext cx="173736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1" name="Text 29"/>
          <p:cNvSpPr/>
          <p:nvPr/>
        </p:nvSpPr>
        <p:spPr>
          <a:xfrm>
            <a:off x="5376672" y="29900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76672" y="32918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76672" y="3703320"/>
            <a:ext cx="15910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app, map integration, live data, notifications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43800" y="2542032"/>
            <a:ext cx="402336" cy="402336"/>
          </a:xfrm>
          <a:prstGeom prst="ellipse">
            <a:avLst/>
          </a:prstGeom>
          <a:solidFill>
            <a:srgbClr val="27AE60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4380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49440" y="2926080"/>
            <a:ext cx="1737360" cy="20116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49440" y="2926080"/>
            <a:ext cx="173736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8" name="Text 36"/>
          <p:cNvSpPr/>
          <p:nvPr/>
        </p:nvSpPr>
        <p:spPr>
          <a:xfrm>
            <a:off x="7022592" y="299008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22592" y="3291840"/>
            <a:ext cx="1591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Demo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22592" y="3703320"/>
            <a:ext cx="15910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test at station, bug fixes, FYP presentation prep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FuelSense Can Go Next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444752"/>
            <a:ext cx="2743200" cy="15727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44752"/>
            <a:ext cx="274320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5179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0392" y="1536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Multi-Station Network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328" y="210312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10, 50, 100+ stations across Islamabad, Lahore, Karachi — building a nationwide fuel intelligence network.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72968" y="1444752"/>
            <a:ext cx="2743200" cy="15727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444752"/>
            <a:ext cx="27432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3172968" y="15179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⛽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94760" y="1536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Fuel Level Sensor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282696" y="210312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in fuel tanks sends real-time fuel level data. App warns users if a station is about to run out.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17336" y="1444752"/>
            <a:ext cx="2743200" cy="15727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17336" y="1444752"/>
            <a:ext cx="27432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117336" y="151790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39128" y="15361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Wait Time Prediction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27064" y="210312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learns peak hours and predicts wait time 1 hour in advance — not just live, but predictive intelligence.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182112"/>
            <a:ext cx="2743200" cy="15727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182112"/>
            <a:ext cx="274320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228600" y="32552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50392" y="3273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Price Tracker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38328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OGRA price updates. Alert users when petrol/CNG prices change. Compare prices across nearby stations.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72968" y="3182112"/>
            <a:ext cx="2743200" cy="15727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72968" y="3182112"/>
            <a:ext cx="274320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3172968" y="32552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794760" y="3273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 Integration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282696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OGRA and petroleum companies for official data pipeline — government-level validation and compliance.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17336" y="3182112"/>
            <a:ext cx="2743200" cy="157276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17336" y="3182112"/>
            <a:ext cx="274320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2" name="Text 30"/>
          <p:cNvSpPr/>
          <p:nvPr/>
        </p:nvSpPr>
        <p:spPr>
          <a:xfrm>
            <a:off x="6117336" y="32552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39128" y="32735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 Model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27064" y="384048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monthly dashboard subscriptions to station owners. Scalable revenue model for post-FYP startup launch.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274320"/>
            <a:ext cx="4572000" cy="4572000"/>
          </a:xfrm>
          <a:prstGeom prst="ellipse">
            <a:avLst/>
          </a:prstGeom>
          <a:solidFill>
            <a:srgbClr val="0F203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097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" y="2377440"/>
            <a:ext cx="3657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257860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FuelSense — Making Pakistan's Roads Smarter,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Station at a Time.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0" y="1097280"/>
            <a:ext cx="3200400" cy="1051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0" y="1097280"/>
            <a:ext cx="54864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623560" y="1115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2356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2331720"/>
            <a:ext cx="3200400" cy="1051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2331720"/>
            <a:ext cx="54864" cy="10515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23500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Products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23560" y="2788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 + Admin Dashboard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3566160"/>
            <a:ext cx="3200400" cy="10515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3566160"/>
            <a:ext cx="54864" cy="10515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35844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Downtime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2356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Architecture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FuelSense - Smart Petrol Station Monitoring</dc:title>
  <dc:subject>PptxGenJS Presentation</dc:subject>
  <dc:creator>PptxGenJS</dc:creator>
  <cp:lastModifiedBy>PptxGenJS</cp:lastModifiedBy>
  <cp:revision>1</cp:revision>
  <dcterms:created xsi:type="dcterms:W3CDTF">2026-02-11T07:27:29Z</dcterms:created>
  <dcterms:modified xsi:type="dcterms:W3CDTF">2026-02-11T07:27:29Z</dcterms:modified>
</cp:coreProperties>
</file>