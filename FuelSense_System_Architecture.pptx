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FuelSense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Petrol Station Traffic Monitoring System</a:t>
            </a:r>
          </a:p>
          <a:p/>
          <a:p>
            <a:r>
              <a:t>Developed as FYP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Drivers face difficulty finding nearby petrol stations</a:t>
            </a:r>
          </a:p>
          <a:p>
            <a:r>
              <a:t>• No real-time traffic info</a:t>
            </a:r>
          </a:p>
          <a:p>
            <a:r>
              <a:t>• Wasted fuel &amp; time</a:t>
            </a:r>
          </a:p>
          <a:p>
            <a:r>
              <a:t>• Poor station load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intelligent system that:</a:t>
            </a:r>
          </a:p>
          <a:p>
            <a:r>
              <a:t>• Shows nearby stations</a:t>
            </a:r>
          </a:p>
          <a:p>
            <a:r>
              <a:t>• Displays real-time traffic status</a:t>
            </a:r>
          </a:p>
          <a:p>
            <a:r>
              <a:t>• Helps users choose less crowded stations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System Admin (Developers)</a:t>
            </a:r>
          </a:p>
          <a:p>
            <a:r>
              <a:t>2. Petrol Station Admins</a:t>
            </a:r>
          </a:p>
          <a:p>
            <a:r>
              <a:t>3. End Users (Drivers)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Admin (Developers)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 Django Admin Panel</a:t>
            </a:r>
          </a:p>
          <a:p>
            <a:r>
              <a:t>• Adds petrol stations</a:t>
            </a:r>
          </a:p>
          <a:p>
            <a:r>
              <a:t>• Manages system data</a:t>
            </a:r>
          </a:p>
          <a:p>
            <a:r>
              <a:t>• Monitors all stations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Petrol Station Admin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 Web Dashboard</a:t>
            </a:r>
          </a:p>
          <a:p>
            <a:r>
              <a:t>• Login-based access</a:t>
            </a:r>
          </a:p>
          <a:p>
            <a:r>
              <a:t>• Views traffic of own station only</a:t>
            </a:r>
          </a:p>
          <a:p>
            <a:r>
              <a:t>• No access to system settings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Users (Drivers)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 Flutter Mobile App</a:t>
            </a:r>
          </a:p>
          <a:p>
            <a:r>
              <a:t>• Google Maps integration</a:t>
            </a:r>
          </a:p>
          <a:p>
            <a:r>
              <a:t>• View nearby stations</a:t>
            </a:r>
          </a:p>
          <a:p>
            <a:r>
              <a:t>• Traffic shown as Green / Yellow / 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&amp; AI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CCTV Camera installed at station</a:t>
            </a:r>
          </a:p>
          <a:p>
            <a:r>
              <a:t>• Raspberry Pi connected to camera</a:t>
            </a:r>
          </a:p>
          <a:p>
            <a:r>
              <a:t>• YOLO model counts vehicles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Django + Django REST Framework</a:t>
            </a:r>
          </a:p>
          <a:p>
            <a:r>
              <a:t>• Receives data from Raspberry Pi</a:t>
            </a:r>
          </a:p>
          <a:p>
            <a:r>
              <a:t>• Stores &amp; processes traffic data</a:t>
            </a:r>
          </a:p>
          <a:p>
            <a:r>
              <a:t>• Provides APIs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Camera → Raspberry Pi (YOLO)</a:t>
            </a:r>
          </a:p>
          <a:p>
            <a:r>
              <a:t>→ Django Backend (API)</a:t>
            </a:r>
          </a:p>
          <a:p>
            <a:r>
              <a:t>→ Web Dashboard / Mobile 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Backend: Django, DRF</a:t>
            </a:r>
          </a:p>
          <a:p>
            <a:r>
              <a:t>• AI: YOLO, OpenCV</a:t>
            </a:r>
          </a:p>
          <a:p>
            <a:r>
              <a:t>• Hardware: Raspberry Pi</a:t>
            </a:r>
          </a:p>
          <a:p>
            <a:r>
              <a:t>• Frontend: Flutter, HTML/CSS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Separate interfaces for different users</a:t>
            </a:r>
          </a:p>
          <a:p>
            <a:r>
              <a:t>• Secure &amp; scalable design</a:t>
            </a:r>
          </a:p>
          <a:p>
            <a:r>
              <a:t>• Real-world applicable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